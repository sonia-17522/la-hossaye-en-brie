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96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9077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ORGANIGRAMME DE L’OPERATION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4048" y="393192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001000" y="448056"/>
            <a:ext cx="3611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20" i="1" dirty="0">
                <a:solidFill>
                  <a:srgbClr val="D8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Organisation d’encadrement et d’execution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12192000" cy="45719"/>
          </a:xfrm>
          <a:prstGeom prst="rect">
            <a:avLst/>
          </a:prstGeom>
          <a:solidFill>
            <a:srgbClr val="C69214"/>
          </a:solidFill>
          <a:ln w="12700">
            <a:solidFill>
              <a:srgbClr val="C6921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6103620" y="1920240"/>
            <a:ext cx="0" cy="109728"/>
          </a:xfrm>
          <a:prstGeom prst="line">
            <a:avLst/>
          </a:prstGeom>
          <a:noFill/>
          <a:ln w="24130">
            <a:solidFill>
              <a:srgbClr val="AAB4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034540" y="2029968"/>
            <a:ext cx="8138160" cy="0"/>
          </a:xfrm>
          <a:prstGeom prst="line">
            <a:avLst/>
          </a:prstGeom>
          <a:noFill/>
          <a:ln w="24130">
            <a:solidFill>
              <a:srgbClr val="AAB4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034540" y="2029968"/>
            <a:ext cx="0" cy="210312"/>
          </a:xfrm>
          <a:prstGeom prst="line">
            <a:avLst/>
          </a:prstGeom>
          <a:noFill/>
          <a:ln w="24130">
            <a:solidFill>
              <a:srgbClr val="AAB4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103620" y="2029968"/>
            <a:ext cx="0" cy="210312"/>
          </a:xfrm>
          <a:prstGeom prst="line">
            <a:avLst/>
          </a:prstGeom>
          <a:noFill/>
          <a:ln w="24130">
            <a:solidFill>
              <a:srgbClr val="AAB4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0172700" y="2029968"/>
            <a:ext cx="0" cy="210312"/>
          </a:xfrm>
          <a:prstGeom prst="line">
            <a:avLst/>
          </a:prstGeom>
          <a:noFill/>
          <a:ln w="24130">
            <a:solidFill>
              <a:srgbClr val="AAB4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103620" y="3108960"/>
            <a:ext cx="0" cy="384048"/>
          </a:xfrm>
          <a:prstGeom prst="line">
            <a:avLst/>
          </a:prstGeom>
          <a:noFill/>
          <a:ln w="24130">
            <a:solidFill>
              <a:srgbClr val="AAB4C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794760" y="1051560"/>
            <a:ext cx="4617720" cy="868680"/>
          </a:xfrm>
          <a:prstGeom prst="roundRect">
            <a:avLst/>
          </a:prstGeom>
          <a:solidFill>
            <a:srgbClr val="17375E"/>
          </a:solidFill>
          <a:ln w="16510">
            <a:solidFill>
              <a:srgbClr val="17375E"/>
            </a:solidFill>
            <a:prstDash val="solid"/>
          </a:ln>
          <a:effectLst>
            <a:outerShdw blurRad="17780" dist="1524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931920" y="1152144"/>
            <a:ext cx="448056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AKRAM WASEEM et GHOBECH ALI</a:t>
            </a:r>
            <a:endParaRPr lang="en-US" sz="2200" dirty="0"/>
          </a:p>
          <a:p>
            <a:r>
              <a:rPr lang="en-US" sz="115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 President                                          Interlocuter Unique</a:t>
            </a:r>
            <a:endParaRPr lang="en-US" sz="2200" dirty="0"/>
          </a:p>
          <a:p>
            <a:pPr marL="0" indent="0">
              <a:buNone/>
            </a:pPr>
            <a:r>
              <a:rPr lang="en-US" sz="115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                                                                    Directeur General / </a:t>
            </a:r>
            <a:r>
              <a:rPr lang="en-US" sz="1150" dirty="0" err="1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</a:t>
            </a:r>
            <a:r>
              <a:rPr lang="en-US" sz="115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RSE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2240280"/>
            <a:ext cx="3063240" cy="868680"/>
          </a:xfrm>
          <a:prstGeom prst="roundRect">
            <a:avLst/>
          </a:prstGeom>
          <a:solidFill>
            <a:srgbClr val="E8F6F8"/>
          </a:solidFill>
          <a:ln w="16510">
            <a:solidFill>
              <a:srgbClr val="1F7A8C"/>
            </a:solidFill>
            <a:prstDash val="solid"/>
          </a:ln>
          <a:effectLst>
            <a:outerShdw blurRad="17780" dist="1524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0080" y="2340864"/>
            <a:ext cx="27889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1F7A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Bureau d etudes / Support technique</a:t>
            </a:r>
            <a:endParaRPr lang="en-US" sz="16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335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 Bureau d Etudes</a:t>
            </a:r>
            <a:endParaRPr lang="en-US" sz="16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335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 d Etudes</a:t>
            </a:r>
            <a:endParaRPr lang="en-US" sz="16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335C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Assistante Technique</a:t>
            </a:r>
            <a:endParaRPr lang="en-US" sz="1620" dirty="0"/>
          </a:p>
        </p:txBody>
      </p:sp>
      <p:sp>
        <p:nvSpPr>
          <p:cNvPr id="23" name="Shape 21"/>
          <p:cNvSpPr/>
          <p:nvPr/>
        </p:nvSpPr>
        <p:spPr>
          <a:xfrm>
            <a:off x="4343400" y="2240280"/>
            <a:ext cx="3520440" cy="868680"/>
          </a:xfrm>
          <a:prstGeom prst="roundRect">
            <a:avLst/>
          </a:prstGeom>
          <a:solidFill>
            <a:srgbClr val="EAF1FB"/>
          </a:solidFill>
          <a:ln w="16510">
            <a:solidFill>
              <a:srgbClr val="2F5597"/>
            </a:solidFill>
            <a:prstDash val="solid"/>
          </a:ln>
          <a:effectLst>
            <a:outerShdw blurRad="17780" dist="1524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480560" y="2340864"/>
            <a:ext cx="32461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Pole Travaux / Chantier</a:t>
            </a:r>
            <a:endParaRPr lang="en-US" sz="170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4250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Pilotage operationnel et coordination de l’execution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641080" y="2240280"/>
            <a:ext cx="3063240" cy="868680"/>
          </a:xfrm>
          <a:prstGeom prst="roundRect">
            <a:avLst/>
          </a:prstGeom>
          <a:solidFill>
            <a:srgbClr val="FFF4D9"/>
          </a:solidFill>
          <a:ln w="16510">
            <a:solidFill>
              <a:srgbClr val="C69214"/>
            </a:solidFill>
            <a:prstDash val="solid"/>
          </a:ln>
          <a:effectLst>
            <a:outerShdw blurRad="17780" dist="1524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8778240" y="2340864"/>
            <a:ext cx="27889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8B66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 support administratifs</a:t>
            </a:r>
            <a:endParaRPr lang="en-US" sz="15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B4A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 Services</a:t>
            </a:r>
            <a:endParaRPr lang="en-US" sz="15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5B4A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Facturation - Comptabilite</a:t>
            </a:r>
            <a:endParaRPr lang="en-US" sz="1580" dirty="0"/>
          </a:p>
        </p:txBody>
      </p:sp>
      <p:sp>
        <p:nvSpPr>
          <p:cNvPr id="27" name="Shape 25"/>
          <p:cNvSpPr/>
          <p:nvPr/>
        </p:nvSpPr>
        <p:spPr>
          <a:xfrm>
            <a:off x="4480560" y="3493008"/>
            <a:ext cx="3794760" cy="868680"/>
          </a:xfrm>
          <a:prstGeom prst="roundRect">
            <a:avLst/>
          </a:prstGeom>
          <a:solidFill>
            <a:srgbClr val="4F81BD"/>
          </a:solidFill>
          <a:ln w="16510">
            <a:solidFill>
              <a:srgbClr val="4F81BD"/>
            </a:solidFill>
            <a:prstDash val="solid"/>
          </a:ln>
          <a:effectLst>
            <a:outerShdw blurRad="17780" dist="1524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617719" y="3593591"/>
            <a:ext cx="3657599" cy="7223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ZAKA ULLAH BUTT</a:t>
            </a:r>
            <a:endParaRPr lang="en-US" sz="190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Conducteur de Travaux</a:t>
            </a:r>
          </a:p>
          <a:p>
            <a:pPr marL="0" indent="0" algn="ctr">
              <a:buNone/>
            </a:pPr>
            <a:r>
              <a:rPr lang="en-US" sz="108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Second Œuvre — Encadrant SS4</a:t>
            </a:r>
            <a:r>
              <a:rPr lang="en-US" sz="1080" dirty="0" err="1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en-US" sz="1080" dirty="0">
                <a:solidFill>
                  <a:srgbClr val="EA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4937760" y="4645152"/>
            <a:ext cx="2880360" cy="822960"/>
          </a:xfrm>
          <a:prstGeom prst="roundRect">
            <a:avLst/>
          </a:prstGeom>
          <a:solidFill>
            <a:srgbClr val="FFF1EE"/>
          </a:solidFill>
          <a:ln w="16510">
            <a:solidFill>
              <a:srgbClr val="D66B5B"/>
            </a:solidFill>
            <a:prstDash val="solid"/>
          </a:ln>
          <a:effectLst>
            <a:outerShdw blurRad="17780" dist="1524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0" name="Text 28"/>
          <p:cNvSpPr/>
          <p:nvPr/>
        </p:nvSpPr>
        <p:spPr>
          <a:xfrm>
            <a:off x="5074920" y="4745736"/>
            <a:ext cx="26060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A449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 SHAZIL</a:t>
            </a:r>
          </a:p>
          <a:p>
            <a:pPr algn="ctr"/>
            <a:r>
              <a:rPr lang="en-US" sz="1010" dirty="0">
                <a:solidFill>
                  <a:srgbClr val="7043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Chef de Chantier</a:t>
            </a:r>
            <a:r>
              <a:rPr lang="en-US" sz="1010" dirty="0" err="1">
                <a:solidFill>
                  <a:srgbClr val="7043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Second Œuvre</a:t>
            </a:r>
            <a:endParaRPr lang="en-US" sz="1010" dirty="0">
              <a:solidFill>
                <a:srgbClr val="70433E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algn="ctr"/>
            <a:r>
              <a:rPr lang="en-US" sz="1010" dirty="0">
                <a:solidFill>
                  <a:srgbClr val="7043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Encadrant SS4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4330720" y="5559551"/>
            <a:ext cx="3650953" cy="119786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B6B0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4" name="Shape 32"/>
          <p:cNvSpPr/>
          <p:nvPr/>
        </p:nvSpPr>
        <p:spPr>
          <a:xfrm>
            <a:off x="4525030" y="5641984"/>
            <a:ext cx="3262332" cy="521210"/>
          </a:xfrm>
          <a:prstGeom prst="roundRect">
            <a:avLst/>
          </a:prstGeom>
          <a:solidFill>
            <a:srgbClr val="D66B5B"/>
          </a:solidFill>
          <a:ln w="7620">
            <a:solidFill>
              <a:srgbClr val="D66B5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5" name="Text 33"/>
          <p:cNvSpPr/>
          <p:nvPr/>
        </p:nvSpPr>
        <p:spPr>
          <a:xfrm>
            <a:off x="4450720" y="5664708"/>
            <a:ext cx="3410953" cy="2788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Équipe Peinture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450720" y="5943599"/>
            <a:ext cx="3410953" cy="1645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</a:rPr>
              <a:t>02    </a:t>
            </a:r>
            <a:r>
              <a:rPr lang="en-US" sz="920" dirty="0" err="1">
                <a:solidFill>
                  <a:srgbClr val="FFFFFF"/>
                </a:solidFill>
                <a:latin typeface="Aptos" pitchFamily="34" charset="0"/>
              </a:rPr>
              <a:t>Ouvriers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4304416" y="6108192"/>
            <a:ext cx="3703561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fr-FR" sz="9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Équipe Peinture </a:t>
            </a:r>
            <a:r>
              <a:rPr lang="fr-FR" sz="9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SYED ASMATULLAH, SIAN MUHAMMAD</a:t>
            </a:r>
            <a:b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/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31673" y="5559552"/>
            <a:ext cx="3650953" cy="119786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4A6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8403123" y="5612859"/>
            <a:ext cx="3308052" cy="521210"/>
          </a:xfrm>
          <a:prstGeom prst="roundRect">
            <a:avLst/>
          </a:prstGeom>
          <a:solidFill>
            <a:srgbClr val="5B8F29"/>
          </a:solidFill>
          <a:ln w="7620">
            <a:solidFill>
              <a:srgbClr val="5B8F2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0" name="Text 38"/>
          <p:cNvSpPr/>
          <p:nvPr/>
        </p:nvSpPr>
        <p:spPr>
          <a:xfrm>
            <a:off x="8351673" y="5664707"/>
            <a:ext cx="3410953" cy="20573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Équipe Sols Souples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351673" y="5897880"/>
            <a:ext cx="3410953" cy="21031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Ouvriers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8205369" y="6108192"/>
            <a:ext cx="3703561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lvl="0" algn="ctr">
              <a:defRPr/>
            </a:pPr>
            <a:r>
              <a:rPr kumimoji="0" lang="fr-F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Équipe </a:t>
            </a:r>
            <a:r>
              <a:rPr lang="fr-FR" sz="900" b="1" dirty="0">
                <a:solidFill>
                  <a:prstClr val="black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Sols Souples 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: </a:t>
            </a:r>
            <a:r>
              <a:rPr lang="fr-FR" sz="900" dirty="0"/>
              <a:t> GUL AJAB, DIARRA SOULEYMANE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6377940" y="4361688"/>
            <a:ext cx="0" cy="283464"/>
          </a:xfrm>
          <a:prstGeom prst="line">
            <a:avLst/>
          </a:prstGeom>
          <a:ln w="24130">
            <a:solidFill>
              <a:srgbClr val="AA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377940" y="5468112"/>
            <a:ext cx="0" cy="91439"/>
          </a:xfrm>
          <a:prstGeom prst="line">
            <a:avLst/>
          </a:prstGeom>
          <a:ln w="24130">
            <a:solidFill>
              <a:srgbClr val="AA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255243" y="5559551"/>
            <a:ext cx="7801906" cy="0"/>
          </a:xfrm>
          <a:prstGeom prst="line">
            <a:avLst/>
          </a:prstGeom>
          <a:ln w="24130">
            <a:solidFill>
              <a:srgbClr val="AAB4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hape 31"/>
          <p:cNvSpPr/>
          <p:nvPr/>
        </p:nvSpPr>
        <p:spPr>
          <a:xfrm>
            <a:off x="429767" y="5559551"/>
            <a:ext cx="3650953" cy="119786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5597"/>
            </a:solidFill>
            <a:prstDash val="solid"/>
          </a:ln>
          <a:effectLst>
            <a:outerShdw blurRad="1524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4" name="Shape 32"/>
          <p:cNvSpPr/>
          <p:nvPr/>
        </p:nvSpPr>
        <p:spPr>
          <a:xfrm>
            <a:off x="624077" y="5641984"/>
            <a:ext cx="3262332" cy="521210"/>
          </a:xfrm>
          <a:prstGeom prst="roundRect">
            <a:avLst/>
          </a:prstGeom>
          <a:solidFill>
            <a:srgbClr val="2F5597"/>
          </a:solidFill>
          <a:ln w="762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5" name="Text 33"/>
          <p:cNvSpPr/>
          <p:nvPr/>
        </p:nvSpPr>
        <p:spPr>
          <a:xfrm>
            <a:off x="549767" y="5664708"/>
            <a:ext cx="3410953" cy="2788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Équipe Faux Plafonds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9767" y="5943599"/>
            <a:ext cx="3410953" cy="16459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</a:rPr>
              <a:t>03    </a:t>
            </a:r>
            <a:r>
              <a:rPr lang="en-US" sz="920" dirty="0" err="1">
                <a:solidFill>
                  <a:srgbClr val="FFFFFF"/>
                </a:solidFill>
                <a:latin typeface="Aptos" pitchFamily="34" charset="0"/>
              </a:rPr>
              <a:t>Ouvriers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403463" y="6108192"/>
            <a:ext cx="3703561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fr-FR" sz="9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Équipe Faux Plafonds </a:t>
            </a:r>
            <a:r>
              <a:rPr lang="fr-FR" sz="9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</a:t>
            </a: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RASHID MINHAS, IMRAN SHAHID, ALI LUQMAN</a:t>
            </a:r>
            <a:b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</a:br>
            <a:r>
              <a:rPr kumimoji="0" lang="fr-F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/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142</Words>
  <Application>Microsoft Office PowerPoint</Application>
  <PresentationFormat>Grand écran</PresentationFormat>
  <Paragraphs>30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Présentation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Organigramme de l operation - GHEF</dc:title>
  <dc:subject>Organigramme de l operation GHEF</dc:subject>
  <dc:creator>OpenAI</dc:creator>
  <cp:lastModifiedBy>Waseem AKRAM</cp:lastModifiedBy>
  <cp:revision>30</cp:revision>
  <dcterms:created xsi:type="dcterms:W3CDTF">2026-04-20T10:29:46Z</dcterms:created>
  <dcterms:modified xsi:type="dcterms:W3CDTF">2026-06-09T14:26:21Z</dcterms:modified>
</cp:coreProperties>
</file>